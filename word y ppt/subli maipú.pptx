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Montserrat"/>
      <p:regular r:id="rId18"/>
      <p:bold r:id="rId19"/>
      <p:italic r:id="rId20"/>
      <p:boldItalic r:id="rId21"/>
    </p:embeddedFont>
    <p:embeddedFont>
      <p:font typeface="La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italic.fntdata"/><Relationship Id="rId22" Type="http://schemas.openxmlformats.org/officeDocument/2006/relationships/font" Target="fonts/Lato-regular.fntdata"/><Relationship Id="rId21" Type="http://schemas.openxmlformats.org/officeDocument/2006/relationships/font" Target="fonts/Montserrat-boldItalic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Montserrat-bold.fntdata"/><Relationship Id="rId18" Type="http://schemas.openxmlformats.org/officeDocument/2006/relationships/font" Target="fonts/Montserra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8205d384ab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8205d384a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8a3e25c07e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8a3e25c07e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8a3e25c07e_2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8a3e25c07e_2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8a3e25c07e_2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8a3e25c07e_2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8205d384ab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8205d384ab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8a3e25c07e_2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8a3e25c07e_2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8205d384ab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8205d384ab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8205d384ab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8205d384ab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8205d384ab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8205d384ab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8a3e25c07e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8a3e25c07e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8a3e25c07e_2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8a3e25c07e_2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19.png"/><Relationship Id="rId5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15.png"/><Relationship Id="rId6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12.png"/><Relationship Id="rId5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1181600" y="1589550"/>
            <a:ext cx="70494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              </a:t>
            </a:r>
            <a:r>
              <a:rPr lang="es-419" sz="5000"/>
              <a:t>Subli M</a:t>
            </a:r>
            <a:r>
              <a:rPr lang="es-419" sz="5000"/>
              <a:t>aipú</a:t>
            </a:r>
            <a:endParaRPr sz="5000"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89500" y="3749000"/>
            <a:ext cx="8554500" cy="20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                                                                                                                                                                                                          Nombres: Matias Torres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Miguel Laguela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                                                                                                                                                                                     S</a:t>
            </a:r>
            <a:r>
              <a:rPr lang="es-419"/>
              <a:t>ección</a:t>
            </a:r>
            <a:r>
              <a:rPr lang="es-419"/>
              <a:t>: 001D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                                                                                                                                                                                                       Asignatura: </a:t>
            </a:r>
            <a:r>
              <a:rPr lang="es-419"/>
              <a:t>full stack</a:t>
            </a:r>
            <a:r>
              <a:rPr lang="es-419"/>
              <a:t> II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                                                                                                                                                                                                            Profesor: Eduardo Baeza</a:t>
            </a:r>
            <a:endParaRPr/>
          </a:p>
        </p:txBody>
      </p:sp>
      <p:pic>
        <p:nvPicPr>
          <p:cNvPr id="136" name="Google Shape;136;p13" title="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48250" y="0"/>
            <a:ext cx="1695750" cy="169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Lista General de Contenido</a:t>
            </a:r>
            <a:endParaRPr/>
          </a:p>
        </p:txBody>
      </p:sp>
      <p:sp>
        <p:nvSpPr>
          <p:cNvPr id="142" name="Google Shape;142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s-419"/>
              <a:t>Introducción</a:t>
            </a:r>
            <a:r>
              <a:rPr lang="es-419"/>
              <a:t> de Proyecto 🚀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s-419"/>
              <a:t>Descripción</a:t>
            </a:r>
            <a:r>
              <a:rPr lang="es-419"/>
              <a:t> y Estructura 🏗️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s-419"/>
              <a:t>Perfiles de Cada Usuario 👥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s-419"/>
              <a:t>Declaración</a:t>
            </a:r>
            <a:r>
              <a:rPr lang="es-419"/>
              <a:t> de Interfaz 🖥️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s-419"/>
              <a:t>Requisitos 🔑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s-419"/>
              <a:t>Conclusión</a:t>
            </a:r>
            <a:r>
              <a:rPr lang="es-419"/>
              <a:t> 🏁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/>
          <p:nvPr>
            <p:ph type="title"/>
          </p:nvPr>
        </p:nvSpPr>
        <p:spPr>
          <a:xfrm>
            <a:off x="1375575" y="12175"/>
            <a:ext cx="54402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I</a:t>
            </a:r>
            <a:r>
              <a:rPr lang="es-419"/>
              <a:t>ntroducción: Qué es SubliMaipu?</a:t>
            </a:r>
            <a:endParaRPr/>
          </a:p>
        </p:txBody>
      </p:sp>
      <p:sp>
        <p:nvSpPr>
          <p:cNvPr id="148" name="Google Shape;148;p15"/>
          <p:cNvSpPr txBox="1"/>
          <p:nvPr>
            <p:ph idx="1" type="body"/>
          </p:nvPr>
        </p:nvSpPr>
        <p:spPr>
          <a:xfrm>
            <a:off x="1093175" y="618025"/>
            <a:ext cx="7247700" cy="175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SubliMaipu es una pequeña pyme que busca aumentar los horizontes desarrollando una tienda web. Se dedican principalmente a subliminar ropa, tazones, llaveros, rocas </a:t>
            </a:r>
            <a:r>
              <a:rPr lang="es-419"/>
              <a:t>fotográficas</a:t>
            </a:r>
            <a:r>
              <a:rPr lang="es-419"/>
              <a:t>, etc.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El Sistema </a:t>
            </a:r>
            <a:r>
              <a:rPr lang="es-419"/>
              <a:t>permitirá</a:t>
            </a:r>
            <a:r>
              <a:rPr lang="es-419"/>
              <a:t>: 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s-419"/>
              <a:t>Enseñar productos y añadirlos a un carrito de compras</a:t>
            </a:r>
            <a:endParaRPr/>
          </a:p>
        </p:txBody>
      </p:sp>
      <p:pic>
        <p:nvPicPr>
          <p:cNvPr id="149" name="Google Shape;149;p15" title="pngwing.com (9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54725" y="12175"/>
            <a:ext cx="989276" cy="989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950" y="2204700"/>
            <a:ext cx="4350100" cy="2883024"/>
          </a:xfrm>
          <a:prstGeom prst="rect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1" name="Google Shape;15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16225" y="2204700"/>
            <a:ext cx="4571999" cy="2883025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ámbito</a:t>
            </a:r>
            <a:r>
              <a:rPr lang="es-419"/>
              <a:t> del sistema</a:t>
            </a:r>
            <a:endParaRPr/>
          </a:p>
        </p:txBody>
      </p:sp>
      <p:sp>
        <p:nvSpPr>
          <p:cNvPr id="157" name="Google Shape;157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>
                <a:latin typeface="Calibri"/>
                <a:ea typeface="Calibri"/>
                <a:cs typeface="Calibri"/>
                <a:sym typeface="Calibri"/>
              </a:rPr>
              <a:t>lo que nuestro stio web realizara: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100"/>
              <a:buFont typeface="Calibri"/>
              <a:buAutoNum type="alphaLcParenR"/>
            </a:pPr>
            <a:r>
              <a:rPr lang="es-419" sz="1100">
                <a:latin typeface="Calibri"/>
                <a:ea typeface="Calibri"/>
                <a:cs typeface="Calibri"/>
                <a:sym typeface="Calibri"/>
              </a:rPr>
              <a:t>Compro: permitirá a cada usuario poder hacer una comprar y asi se le haga contacto con el propietario para realizar los pedidos y posteriormente enviarle los productos a su domicilio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AutoNum type="alphaLcParenR"/>
            </a:pPr>
            <a:r>
              <a:rPr lang="es-419" sz="1100">
                <a:latin typeface="Calibri"/>
                <a:ea typeface="Calibri"/>
                <a:cs typeface="Calibri"/>
                <a:sym typeface="Calibri"/>
              </a:rPr>
              <a:t>Soporte de Servicio: esta será el formulario de contacto que ofrece asistencia al comprador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AutoNum type="alphaLcParenR"/>
            </a:pPr>
            <a:r>
              <a:rPr lang="es-419" sz="1100">
                <a:latin typeface="Calibri"/>
                <a:ea typeface="Calibri"/>
                <a:cs typeface="Calibri"/>
                <a:sym typeface="Calibri"/>
              </a:rPr>
              <a:t>Ubicación: es el mapa de google maps con la dirección del negocio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AutoNum type="alphaLcParenR"/>
            </a:pPr>
            <a:r>
              <a:rPr lang="es-419" sz="1100">
                <a:latin typeface="Calibri"/>
                <a:ea typeface="Calibri"/>
                <a:cs typeface="Calibri"/>
                <a:sym typeface="Calibri"/>
              </a:rPr>
              <a:t>Login: es el proceso en que el usuario inicia sesión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AutoNum type="alphaLcParenR"/>
            </a:pPr>
            <a:r>
              <a:rPr lang="es-419" sz="1100">
                <a:latin typeface="Calibri"/>
                <a:ea typeface="Calibri"/>
                <a:cs typeface="Calibri"/>
                <a:sym typeface="Calibri"/>
              </a:rPr>
              <a:t>Register: es cuando el usuario desea crear una cuenta nueva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419" sz="1100">
                <a:latin typeface="Calibri"/>
                <a:ea typeface="Calibri"/>
                <a:cs typeface="Calibri"/>
                <a:sym typeface="Calibri"/>
              </a:rPr>
              <a:t>lo que nuestro sitio web no realizara: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100"/>
              <a:buFont typeface="Calibri"/>
              <a:buAutoNum type="alphaLcParenR"/>
            </a:pPr>
            <a:r>
              <a:rPr lang="es-419" sz="1100">
                <a:latin typeface="Calibri"/>
                <a:ea typeface="Calibri"/>
                <a:cs typeface="Calibri"/>
                <a:sym typeface="Calibri"/>
              </a:rPr>
              <a:t>No pago en línea: no se podrá pagar via web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AutoNum type="alphaLcParenR"/>
            </a:pPr>
            <a:r>
              <a:rPr lang="es-419" sz="1100">
                <a:latin typeface="Calibri"/>
                <a:ea typeface="Calibri"/>
                <a:cs typeface="Calibri"/>
                <a:sym typeface="Calibri"/>
              </a:rPr>
              <a:t>No Stock: no se podrá revisar la cantidad de productos tiene por internet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AutoNum type="alphaLcParenR"/>
            </a:pPr>
            <a:r>
              <a:rPr lang="es-419" sz="1100">
                <a:latin typeface="Calibri"/>
                <a:ea typeface="Calibri"/>
                <a:cs typeface="Calibri"/>
                <a:sym typeface="Calibri"/>
              </a:rPr>
              <a:t>No producir sublimado: dentro de la sitio web no se hace la sublimación, pero si fuera de esta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AutoNum type="alphaLcParenR"/>
            </a:pPr>
            <a:r>
              <a:rPr lang="es-419" sz="1100">
                <a:latin typeface="Calibri"/>
                <a:ea typeface="Calibri"/>
                <a:cs typeface="Calibri"/>
                <a:sym typeface="Calibri"/>
              </a:rPr>
              <a:t>Base de Datos: el sistema no tiene una conexión actual a una base de datos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7"/>
          <p:cNvSpPr txBox="1"/>
          <p:nvPr>
            <p:ph type="title"/>
          </p:nvPr>
        </p:nvSpPr>
        <p:spPr>
          <a:xfrm>
            <a:off x="1448550" y="494175"/>
            <a:ext cx="6072600" cy="65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Lenguajes de P</a:t>
            </a:r>
            <a:r>
              <a:rPr lang="es-419"/>
              <a:t>rogramación</a:t>
            </a:r>
            <a:endParaRPr/>
          </a:p>
        </p:txBody>
      </p:sp>
      <p:sp>
        <p:nvSpPr>
          <p:cNvPr id="163" name="Google Shape;163;p17"/>
          <p:cNvSpPr txBox="1"/>
          <p:nvPr>
            <p:ph idx="1" type="body"/>
          </p:nvPr>
        </p:nvSpPr>
        <p:spPr>
          <a:xfrm>
            <a:off x="5804850" y="1504800"/>
            <a:ext cx="3090600" cy="7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s-419" sz="1100">
                <a:latin typeface="Calibri"/>
                <a:ea typeface="Calibri"/>
                <a:cs typeface="Calibri"/>
                <a:sym typeface="Calibri"/>
              </a:rPr>
              <a:t>es un lenguaje de programación orientado a objetos es decir es encargado de principalmente realizar la acciones de cada proceso en la páginas haciéndolas más atractivas</a:t>
            </a:r>
            <a:endParaRPr sz="1100"/>
          </a:p>
        </p:txBody>
      </p:sp>
      <p:pic>
        <p:nvPicPr>
          <p:cNvPr id="164" name="Google Shape;16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4813" y="3451325"/>
            <a:ext cx="1193725" cy="1193725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/>
        </p:nvSpPr>
        <p:spPr>
          <a:xfrm>
            <a:off x="248550" y="1504800"/>
            <a:ext cx="2688900" cy="7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s-419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este es un lenguaje que ocupamos para creación y armar el contenido dentro de cada una de las páginas web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6" name="Google Shape;166;p17"/>
          <p:cNvSpPr txBox="1"/>
          <p:nvPr/>
        </p:nvSpPr>
        <p:spPr>
          <a:xfrm>
            <a:off x="3283350" y="1504800"/>
            <a:ext cx="2231400" cy="7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s-419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este es el proceso de estilo para modificar el diseño gráfico de como se ve visualmente las páginas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67" name="Google Shape;16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23988" y="3339700"/>
            <a:ext cx="1350125" cy="141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73013" y="3368475"/>
            <a:ext cx="2154276" cy="1359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7" title="pngwing.com (8)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5400000">
            <a:off x="1002950" y="2680975"/>
            <a:ext cx="625925" cy="43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7" title="pngwing.com (8)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5400000">
            <a:off x="4086100" y="2680962"/>
            <a:ext cx="625925" cy="43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7" title="pngwing.com (8)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5400000">
            <a:off x="6992562" y="2680975"/>
            <a:ext cx="625925" cy="43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Perfiles de Usuarios</a:t>
            </a:r>
            <a:endParaRPr/>
          </a:p>
        </p:txBody>
      </p:sp>
      <p:sp>
        <p:nvSpPr>
          <p:cNvPr id="177" name="Google Shape;177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Cliente: navega por el sitio web, contacta, crea cuenta, inicia </a:t>
            </a:r>
            <a:r>
              <a:rPr lang="es-419"/>
              <a:t>sesión</a:t>
            </a:r>
            <a:r>
              <a:rPr lang="es-419"/>
              <a:t>, añade productos al carrito, contacta con los encargados. 👤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Vendedor: Accede a su cuenta, ingresa </a:t>
            </a:r>
            <a:r>
              <a:rPr lang="es-419"/>
              <a:t>menú</a:t>
            </a:r>
            <a:r>
              <a:rPr lang="es-419"/>
              <a:t> </a:t>
            </a:r>
            <a:r>
              <a:rPr lang="es-419"/>
              <a:t>visualización</a:t>
            </a:r>
            <a:r>
              <a:rPr lang="es-419"/>
              <a:t> productos.  🏷️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/>
              <a:t>Administrador: Control sobre usuarios y sobre los productos. ⚙️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especificación</a:t>
            </a:r>
            <a:r>
              <a:rPr lang="es-419"/>
              <a:t> de requerimientos (ERS)</a:t>
            </a:r>
            <a:endParaRPr/>
          </a:p>
        </p:txBody>
      </p:sp>
      <p:sp>
        <p:nvSpPr>
          <p:cNvPr id="183" name="Google Shape;183;p1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>
                <a:latin typeface="Calibri"/>
                <a:ea typeface="Calibri"/>
                <a:cs typeface="Calibri"/>
                <a:sym typeface="Calibri"/>
              </a:rPr>
              <a:t>Requisito funcionales: Realizar pedidos,ver productos,contactar con la empresa,que el sitio web contenga modo administrador.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>
                <a:latin typeface="Calibri"/>
                <a:ea typeface="Calibri"/>
                <a:cs typeface="Calibri"/>
                <a:sym typeface="Calibri"/>
              </a:rPr>
              <a:t>requisitos no funcionales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>
                <a:latin typeface="Calibri"/>
                <a:ea typeface="Calibri"/>
                <a:cs typeface="Calibri"/>
                <a:sym typeface="Calibri"/>
              </a:rPr>
              <a:t>seguridad: que se requiera de control de acceso, el uso de repositorio privado, tener un backup del sitio web ,Comprobaciones de integridad de información crítica.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>
                <a:latin typeface="Calibri"/>
                <a:ea typeface="Calibri"/>
                <a:cs typeface="Calibri"/>
                <a:sym typeface="Calibri"/>
              </a:rPr>
              <a:t>disponibilidad: el cliente específico que sitio web para su empresa debe estar en un 95% del tiempo disponible.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76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>
                <a:latin typeface="Calibri"/>
                <a:ea typeface="Calibri"/>
                <a:cs typeface="Calibri"/>
                <a:sym typeface="Calibri"/>
              </a:rPr>
              <a:t>Otros requisitos: nuestro cliente para su sitio web serían que tenga el logo de su empresa, un buen aspecto visual y fácil de usar para cualquier tipo de usuario para facilitar la navegación dentro del sitio web.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0"/>
          <p:cNvSpPr txBox="1"/>
          <p:nvPr>
            <p:ph idx="1" type="body"/>
          </p:nvPr>
        </p:nvSpPr>
        <p:spPr>
          <a:xfrm>
            <a:off x="1330975" y="228675"/>
            <a:ext cx="7038900" cy="175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El sistema no </a:t>
            </a:r>
            <a:r>
              <a:rPr lang="es-419"/>
              <a:t>permitirá</a:t>
            </a:r>
            <a:r>
              <a:rPr lang="es-419"/>
              <a:t>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s-419"/>
              <a:t>Procesamiento de pagos 💳❌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-419"/>
              <a:t>Gestion inventario 📦🚫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-419"/>
              <a:t>Conexión</a:t>
            </a:r>
            <a:r>
              <a:rPr lang="es-419"/>
              <a:t> a base de datos 🖥️🔌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679350" y="2305100"/>
            <a:ext cx="2242500" cy="6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Estructura del sistema: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90" name="Google Shape;19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83325" y="1933125"/>
            <a:ext cx="4712275" cy="2959050"/>
          </a:xfrm>
          <a:prstGeom prst="rect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1"/>
          <p:cNvSpPr txBox="1"/>
          <p:nvPr>
            <p:ph idx="1" type="body"/>
          </p:nvPr>
        </p:nvSpPr>
        <p:spPr>
          <a:xfrm>
            <a:off x="1252875" y="0"/>
            <a:ext cx="7038900" cy="48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-419"/>
              <a:t>Acceder a </a:t>
            </a:r>
            <a:r>
              <a:rPr lang="es-419"/>
              <a:t>creación</a:t>
            </a:r>
            <a:r>
              <a:rPr lang="es-419"/>
              <a:t> y iniciar sesion de usuarios</a:t>
            </a:r>
            <a:endParaRPr/>
          </a:p>
        </p:txBody>
      </p:sp>
      <p:pic>
        <p:nvPicPr>
          <p:cNvPr id="196" name="Google Shape;19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31700" y="486600"/>
            <a:ext cx="2860075" cy="45045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67550" y="1555025"/>
            <a:ext cx="3429000" cy="3067050"/>
          </a:xfrm>
          <a:prstGeom prst="rect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2"/>
          <p:cNvSpPr txBox="1"/>
          <p:nvPr>
            <p:ph idx="1" type="body"/>
          </p:nvPr>
        </p:nvSpPr>
        <p:spPr>
          <a:xfrm>
            <a:off x="1252875" y="0"/>
            <a:ext cx="7038900" cy="69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-419"/>
              <a:t>Administración</a:t>
            </a:r>
            <a:r>
              <a:rPr lang="es-419"/>
              <a:t> de cada producto  </a:t>
            </a:r>
            <a:endParaRPr/>
          </a:p>
        </p:txBody>
      </p:sp>
      <p:pic>
        <p:nvPicPr>
          <p:cNvPr id="203" name="Google Shape;203;p22" title="Captura de pantalla 2025-09-25 21013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950" y="1356725"/>
            <a:ext cx="4401676" cy="2705474"/>
          </a:xfrm>
          <a:prstGeom prst="rect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04" name="Google Shape;204;p22" title="Captura de pantalla 2025-09-25 21030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4225" y="1356725"/>
            <a:ext cx="4401676" cy="2705476"/>
          </a:xfrm>
          <a:prstGeom prst="rect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3"/>
          <p:cNvSpPr txBox="1"/>
          <p:nvPr>
            <p:ph type="title"/>
          </p:nvPr>
        </p:nvSpPr>
        <p:spPr>
          <a:xfrm>
            <a:off x="1185925" y="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sitio web usuario</a:t>
            </a:r>
            <a:endParaRPr/>
          </a:p>
        </p:txBody>
      </p:sp>
      <p:pic>
        <p:nvPicPr>
          <p:cNvPr id="210" name="Google Shape;210;p23" title="Captura de pantalla 2025-09-25 21083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100" y="774525"/>
            <a:ext cx="3993074" cy="2021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3" title="Captura de pantalla 2025-09-25 21102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40200" y="774525"/>
            <a:ext cx="3993075" cy="2021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3" title="Captura de pantalla 2025-09-25 211216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75400" y="3063800"/>
            <a:ext cx="3894149" cy="197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4"/>
          <p:cNvSpPr txBox="1"/>
          <p:nvPr>
            <p:ph type="title"/>
          </p:nvPr>
        </p:nvSpPr>
        <p:spPr>
          <a:xfrm>
            <a:off x="1141300" y="0"/>
            <a:ext cx="7038900" cy="6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</a:t>
            </a:r>
            <a:r>
              <a:rPr lang="es-419"/>
              <a:t>onclusión</a:t>
            </a:r>
            <a:endParaRPr/>
          </a:p>
        </p:txBody>
      </p:sp>
      <p:sp>
        <p:nvSpPr>
          <p:cNvPr id="218" name="Google Shape;218;p24"/>
          <p:cNvSpPr txBox="1"/>
          <p:nvPr>
            <p:ph idx="1" type="body"/>
          </p:nvPr>
        </p:nvSpPr>
        <p:spPr>
          <a:xfrm>
            <a:off x="1297500" y="719600"/>
            <a:ext cx="7038900" cy="198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Nosotros en conjunto con la empresa llegamos a la </a:t>
            </a:r>
            <a:r>
              <a:rPr lang="es-419"/>
              <a:t>determinación</a:t>
            </a:r>
            <a:r>
              <a:rPr lang="es-419"/>
              <a:t> que el sitio web es fundamental para abrir una </a:t>
            </a:r>
            <a:r>
              <a:rPr lang="es-419"/>
              <a:t>visión</a:t>
            </a:r>
            <a:r>
              <a:rPr lang="es-419"/>
              <a:t> </a:t>
            </a:r>
            <a:r>
              <a:rPr lang="es-419"/>
              <a:t>más</a:t>
            </a:r>
            <a:r>
              <a:rPr lang="es-419"/>
              <a:t> competitiva dentro del </a:t>
            </a:r>
            <a:r>
              <a:rPr lang="es-419"/>
              <a:t>ámbito</a:t>
            </a:r>
            <a:r>
              <a:rPr lang="es-419"/>
              <a:t> empresarial.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Conseguido: 1. Prototipo frontend totalmente funcional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2. Procedimiento usuario activa (registro, iniciar </a:t>
            </a:r>
            <a:r>
              <a:rPr lang="es-419"/>
              <a:t>sesión</a:t>
            </a:r>
            <a:r>
              <a:rPr lang="es-419"/>
              <a:t>, contacto, añadir carro, ver productos)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Futuro: 1. Conectar base de datos para control usuarios y productos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/>
              <a:t>2. Incluir una forma de pago para la </a:t>
            </a:r>
            <a:r>
              <a:rPr lang="es-419"/>
              <a:t>realización</a:t>
            </a:r>
            <a:r>
              <a:rPr lang="es-419"/>
              <a:t> de transacciones</a:t>
            </a:r>
            <a:endParaRPr/>
          </a:p>
        </p:txBody>
      </p:sp>
      <p:pic>
        <p:nvPicPr>
          <p:cNvPr id="219" name="Google Shape;21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975" y="2941075"/>
            <a:ext cx="2499224" cy="141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4" title="pngwing.com (10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1313" y="2829475"/>
            <a:ext cx="2654549" cy="2183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4" title="qrcode_github.co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48912" y="2855475"/>
            <a:ext cx="2131300" cy="213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